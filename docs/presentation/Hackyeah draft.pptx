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6DC14C-C203-49B8-B53C-4B63F624FF67}" v="4" dt="2026-10-04T02:44:32.9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8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Kozik" userId="03e39058-d277-4a54-a767-5a39e72cdb97" providerId="ADAL" clId="{ADB1B661-E260-4C16-BB17-C0C9DA0E5438}"/>
    <pc:docChg chg="undo custSel addSld modSld sldOrd">
      <pc:chgData name="Jakub Kozik" userId="03e39058-d277-4a54-a767-5a39e72cdb97" providerId="ADAL" clId="{ADB1B661-E260-4C16-BB17-C0C9DA0E5438}" dt="2026-10-04T02:46:25.836" v="382" actId="26606"/>
      <pc:docMkLst>
        <pc:docMk/>
      </pc:docMkLst>
      <pc:sldChg chg="addSp delSp modSp mod setBg">
        <pc:chgData name="Jakub Kozik" userId="03e39058-d277-4a54-a767-5a39e72cdb97" providerId="ADAL" clId="{ADB1B661-E260-4C16-BB17-C0C9DA0E5438}" dt="2026-10-04T02:46:25.836" v="382" actId="26606"/>
        <pc:sldMkLst>
          <pc:docMk/>
          <pc:sldMk cId="43457247" sldId="257"/>
        </pc:sldMkLst>
        <pc:spChg chg="mod">
          <ac:chgData name="Jakub Kozik" userId="03e39058-d277-4a54-a767-5a39e72cdb97" providerId="ADAL" clId="{ADB1B661-E260-4C16-BB17-C0C9DA0E5438}" dt="2026-10-04T02:46:25.836" v="382" actId="26606"/>
          <ac:spMkLst>
            <pc:docMk/>
            <pc:sldMk cId="43457247" sldId="257"/>
            <ac:spMk id="2" creationId="{A7CA6EFC-B547-3D42-3E98-6E6F691CC8AD}"/>
          </ac:spMkLst>
        </pc:spChg>
        <pc:spChg chg="mod">
          <ac:chgData name="Jakub Kozik" userId="03e39058-d277-4a54-a767-5a39e72cdb97" providerId="ADAL" clId="{ADB1B661-E260-4C16-BB17-C0C9DA0E5438}" dt="2026-10-04T02:46:25.836" v="382" actId="26606"/>
          <ac:spMkLst>
            <pc:docMk/>
            <pc:sldMk cId="43457247" sldId="257"/>
            <ac:spMk id="3" creationId="{EF3887AC-C442-3DB6-5482-53D00310C533}"/>
          </ac:spMkLst>
        </pc:spChg>
        <pc:spChg chg="add del">
          <ac:chgData name="Jakub Kozik" userId="03e39058-d277-4a54-a767-5a39e72cdb97" providerId="ADAL" clId="{ADB1B661-E260-4C16-BB17-C0C9DA0E5438}" dt="2026-10-04T02:46:25.836" v="382" actId="26606"/>
          <ac:spMkLst>
            <pc:docMk/>
            <pc:sldMk cId="43457247" sldId="257"/>
            <ac:spMk id="12" creationId="{69D47016-023F-44BD-981C-50E7A10A6609}"/>
          </ac:spMkLst>
        </pc:spChg>
        <pc:spChg chg="add del">
          <ac:chgData name="Jakub Kozik" userId="03e39058-d277-4a54-a767-5a39e72cdb97" providerId="ADAL" clId="{ADB1B661-E260-4C16-BB17-C0C9DA0E5438}" dt="2026-10-04T02:46:25.836" v="382" actId="26606"/>
          <ac:spMkLst>
            <pc:docMk/>
            <pc:sldMk cId="43457247" sldId="257"/>
            <ac:spMk id="14" creationId="{6D8B37B0-0682-433E-BC8D-498C04ABD9A7}"/>
          </ac:spMkLst>
        </pc:spChg>
        <pc:picChg chg="mod ord">
          <ac:chgData name="Jakub Kozik" userId="03e39058-d277-4a54-a767-5a39e72cdb97" providerId="ADAL" clId="{ADB1B661-E260-4C16-BB17-C0C9DA0E5438}" dt="2026-10-04T02:46:25.836" v="382" actId="26606"/>
          <ac:picMkLst>
            <pc:docMk/>
            <pc:sldMk cId="43457247" sldId="257"/>
            <ac:picMk id="5" creationId="{19B86507-A8FE-BAA5-A0B3-0E6DCA6A9A11}"/>
          </ac:picMkLst>
        </pc:picChg>
        <pc:picChg chg="mod">
          <ac:chgData name="Jakub Kozik" userId="03e39058-d277-4a54-a767-5a39e72cdb97" providerId="ADAL" clId="{ADB1B661-E260-4C16-BB17-C0C9DA0E5438}" dt="2026-10-04T02:46:25.836" v="382" actId="26606"/>
          <ac:picMkLst>
            <pc:docMk/>
            <pc:sldMk cId="43457247" sldId="257"/>
            <ac:picMk id="7" creationId="{2FCC0CDB-485A-E2A6-431C-013F52DF0F28}"/>
          </ac:picMkLst>
        </pc:picChg>
      </pc:sldChg>
      <pc:sldChg chg="ord">
        <pc:chgData name="Jakub Kozik" userId="03e39058-d277-4a54-a767-5a39e72cdb97" providerId="ADAL" clId="{ADB1B661-E260-4C16-BB17-C0C9DA0E5438}" dt="2026-10-04T02:35:00.787" v="1"/>
        <pc:sldMkLst>
          <pc:docMk/>
          <pc:sldMk cId="1812629974" sldId="258"/>
        </pc:sldMkLst>
      </pc:sldChg>
      <pc:sldChg chg="addSp delSp modSp new mod setBg">
        <pc:chgData name="Jakub Kozik" userId="03e39058-d277-4a54-a767-5a39e72cdb97" providerId="ADAL" clId="{ADB1B661-E260-4C16-BB17-C0C9DA0E5438}" dt="2026-10-04T02:42:11.427" v="198" actId="26606"/>
        <pc:sldMkLst>
          <pc:docMk/>
          <pc:sldMk cId="4288417539" sldId="259"/>
        </pc:sldMkLst>
        <pc:spChg chg="mod">
          <ac:chgData name="Jakub Kozik" userId="03e39058-d277-4a54-a767-5a39e72cdb97" providerId="ADAL" clId="{ADB1B661-E260-4C16-BB17-C0C9DA0E5438}" dt="2026-10-04T02:42:11.427" v="198" actId="26606"/>
          <ac:spMkLst>
            <pc:docMk/>
            <pc:sldMk cId="4288417539" sldId="259"/>
            <ac:spMk id="2" creationId="{166D7D6A-7D3A-9E14-6020-0DF2AA7FB32F}"/>
          </ac:spMkLst>
        </pc:spChg>
        <pc:spChg chg="del">
          <ac:chgData name="Jakub Kozik" userId="03e39058-d277-4a54-a767-5a39e72cdb97" providerId="ADAL" clId="{ADB1B661-E260-4C16-BB17-C0C9DA0E5438}" dt="2026-10-04T02:37:50.067" v="33"/>
          <ac:spMkLst>
            <pc:docMk/>
            <pc:sldMk cId="4288417539" sldId="259"/>
            <ac:spMk id="3" creationId="{393E4FD9-B0C7-97A1-3148-70E395B57657}"/>
          </ac:spMkLst>
        </pc:spChg>
        <pc:spChg chg="add mod">
          <ac:chgData name="Jakub Kozik" userId="03e39058-d277-4a54-a767-5a39e72cdb97" providerId="ADAL" clId="{ADB1B661-E260-4C16-BB17-C0C9DA0E5438}" dt="2026-10-04T02:42:11.427" v="198" actId="26606"/>
          <ac:spMkLst>
            <pc:docMk/>
            <pc:sldMk cId="4288417539" sldId="259"/>
            <ac:spMk id="6" creationId="{54623B0F-7103-4D57-085E-8BD92F83DDFC}"/>
          </ac:spMkLst>
        </pc:spChg>
        <pc:spChg chg="add">
          <ac:chgData name="Jakub Kozik" userId="03e39058-d277-4a54-a767-5a39e72cdb97" providerId="ADAL" clId="{ADB1B661-E260-4C16-BB17-C0C9DA0E5438}" dt="2026-10-04T02:42:11.427" v="198" actId="26606"/>
          <ac:spMkLst>
            <pc:docMk/>
            <pc:sldMk cId="4288417539" sldId="259"/>
            <ac:spMk id="11" creationId="{2B97F24A-32CE-4C1C-A50D-3016B394DCFB}"/>
          </ac:spMkLst>
        </pc:spChg>
        <pc:spChg chg="add">
          <ac:chgData name="Jakub Kozik" userId="03e39058-d277-4a54-a767-5a39e72cdb97" providerId="ADAL" clId="{ADB1B661-E260-4C16-BB17-C0C9DA0E5438}" dt="2026-10-04T02:42:11.427" v="198" actId="26606"/>
          <ac:spMkLst>
            <pc:docMk/>
            <pc:sldMk cId="4288417539" sldId="259"/>
            <ac:spMk id="13" creationId="{CD8B4F24-440B-49E9-B85D-733523DC064B}"/>
          </ac:spMkLst>
        </pc:spChg>
        <pc:picChg chg="add mod ord">
          <ac:chgData name="Jakub Kozik" userId="03e39058-d277-4a54-a767-5a39e72cdb97" providerId="ADAL" clId="{ADB1B661-E260-4C16-BB17-C0C9DA0E5438}" dt="2026-10-04T02:42:11.427" v="198" actId="26606"/>
          <ac:picMkLst>
            <pc:docMk/>
            <pc:sldMk cId="4288417539" sldId="259"/>
            <ac:picMk id="5" creationId="{18783005-DE7D-12A5-678D-17ABD8F1B70F}"/>
          </ac:picMkLst>
        </pc:picChg>
      </pc:sldChg>
      <pc:sldChg chg="addSp modSp new mod setBg">
        <pc:chgData name="Jakub Kozik" userId="03e39058-d277-4a54-a767-5a39e72cdb97" providerId="ADAL" clId="{ADB1B661-E260-4C16-BB17-C0C9DA0E5438}" dt="2026-10-04T02:45:46.398" v="378" actId="26606"/>
        <pc:sldMkLst>
          <pc:docMk/>
          <pc:sldMk cId="2830889008" sldId="260"/>
        </pc:sldMkLst>
        <pc:spChg chg="mod">
          <ac:chgData name="Jakub Kozik" userId="03e39058-d277-4a54-a767-5a39e72cdb97" providerId="ADAL" clId="{ADB1B661-E260-4C16-BB17-C0C9DA0E5438}" dt="2026-10-04T02:45:46.398" v="378" actId="26606"/>
          <ac:spMkLst>
            <pc:docMk/>
            <pc:sldMk cId="2830889008" sldId="260"/>
            <ac:spMk id="2" creationId="{AF92CD05-6C35-8D4D-6DF2-20A12CD42CFF}"/>
          </ac:spMkLst>
        </pc:spChg>
        <pc:spChg chg="mod">
          <ac:chgData name="Jakub Kozik" userId="03e39058-d277-4a54-a767-5a39e72cdb97" providerId="ADAL" clId="{ADB1B661-E260-4C16-BB17-C0C9DA0E5438}" dt="2026-10-04T02:45:46.398" v="378" actId="26606"/>
          <ac:spMkLst>
            <pc:docMk/>
            <pc:sldMk cId="2830889008" sldId="260"/>
            <ac:spMk id="3" creationId="{97F73722-36DE-6B57-7227-A31C32CE3E41}"/>
          </ac:spMkLst>
        </pc:spChg>
        <pc:spChg chg="add">
          <ac:chgData name="Jakub Kozik" userId="03e39058-d277-4a54-a767-5a39e72cdb97" providerId="ADAL" clId="{ADB1B661-E260-4C16-BB17-C0C9DA0E5438}" dt="2026-10-04T02:45:46.398" v="378" actId="26606"/>
          <ac:spMkLst>
            <pc:docMk/>
            <pc:sldMk cId="2830889008" sldId="260"/>
            <ac:spMk id="9" creationId="{F13C74B1-5B17-4795-BED0-7140497B445A}"/>
          </ac:spMkLst>
        </pc:spChg>
        <pc:spChg chg="add">
          <ac:chgData name="Jakub Kozik" userId="03e39058-d277-4a54-a767-5a39e72cdb97" providerId="ADAL" clId="{ADB1B661-E260-4C16-BB17-C0C9DA0E5438}" dt="2026-10-04T02:45:46.398" v="378" actId="26606"/>
          <ac:spMkLst>
            <pc:docMk/>
            <pc:sldMk cId="2830889008" sldId="260"/>
            <ac:spMk id="11" creationId="{D4974D33-8DC5-464E-8C6D-BE58F0669C17}"/>
          </ac:spMkLst>
        </pc:spChg>
        <pc:picChg chg="add mod">
          <ac:chgData name="Jakub Kozik" userId="03e39058-d277-4a54-a767-5a39e72cdb97" providerId="ADAL" clId="{ADB1B661-E260-4C16-BB17-C0C9DA0E5438}" dt="2026-10-04T02:45:46.398" v="378" actId="26606"/>
          <ac:picMkLst>
            <pc:docMk/>
            <pc:sldMk cId="2830889008" sldId="260"/>
            <ac:picMk id="4" creationId="{1BC4F2BE-4B03-D19C-87F1-E5934007510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CCA2B-D3CB-2C00-FE20-7608E3B9C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60CAF-4843-CE90-55D1-69C3C0D46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B9DB2-0FE6-9A1A-922E-C6537A2A4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16172-6009-4346-818F-214757644A6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068F3-F9C1-34C2-9DFD-FF067119C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D32A2-48B1-C139-3145-34FC13DCB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9C9E-F28B-4170-9D1A-332541670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05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1EB83-373B-42D2-1343-835E6301B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EDE3D-7946-918B-9443-70541150C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5C30C-00E3-0A00-EEAD-8799C75A8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16172-6009-4346-818F-214757644A6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8B7D5-A40E-DA6B-DCFC-866EA33E0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C7C4C-B43C-F546-F8EC-F869D8D20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9C9E-F28B-4170-9D1A-332541670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06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E64CC-CB3F-1FF7-CE1E-F600BC12E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256F7-368D-F996-C7E3-A1640B095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CC101-B915-0DFB-7ECB-F191B9DEB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16172-6009-4346-818F-214757644A6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C8EA5-4104-75DB-6E3B-056B4BBD9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2FCEA-CFC4-AB2B-FB0E-9935CC84E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9C9E-F28B-4170-9D1A-332541670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8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5B0E9-9B25-85D5-2C51-D9933A90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B1E6A-EC80-ABE9-87E8-08B54889A7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C900A-A412-3AA5-9902-E417BA93C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BC9D8-F466-9446-D635-ED3781C36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16172-6009-4346-818F-214757644A6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2348C-DD33-2F10-4029-59F23DECE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F3B0D-70E8-6549-6E7B-7008C49D9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9C9E-F28B-4170-9D1A-332541670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3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B7A14-21A9-862A-4958-BB14986C8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27AE4-D996-38A1-9506-5B6F9FB0B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C163DF-119C-0881-ED23-D79106467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D0FCE1-9F33-BA6E-1C46-F96A52045F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522DA3-D032-67C1-8DF5-AB3E84B718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2600F0-EDEA-EC68-EDA2-7FB9A6A0D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16172-6009-4346-818F-214757644A6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C93F7A-2291-6D14-0893-3B37CBFCA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FB6C67-463A-CFCD-12E5-A7E2AB6BD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9C9E-F28B-4170-9D1A-332541670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5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5484C-D315-821B-7E7A-4F3F64B1D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7DBD8B-D15D-5EE7-3238-699CF5685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16172-6009-4346-818F-214757644A6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675BFD-0E66-EE76-44E1-3A9F4C7D3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6E0BEA-2924-3EEF-42B4-4E74EBE8A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9C9E-F28B-4170-9D1A-332541670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846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971711-DEE3-7BE8-6AC1-AD84C5A5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16172-6009-4346-818F-214757644A6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C1D48E-F145-8B68-CA04-78B119419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94079-1999-6E5E-1F73-09D231292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9C9E-F28B-4170-9D1A-332541670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534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036ED-2B1B-79AF-B098-F47DDB908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CAB1C-0D99-2CC2-E509-8E1CF2716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8C7EE-29D7-481F-2A7C-63D1C7845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7B438-C937-B2FE-09B3-28E908F3D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16172-6009-4346-818F-214757644A6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248CA-E91B-FAD3-967E-7B58E5F59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DCD07-784B-1751-7961-9DE8458A4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9C9E-F28B-4170-9D1A-332541670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81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C415-327C-C825-74AF-D51FC30A3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D330CF-A77B-5817-2F64-1E7B3904B1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70DD2-DF69-76E6-D724-276437A8E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46720-41A5-3C2F-AB6F-F4A0F6F17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16172-6009-4346-818F-214757644A6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F96A5-89E2-4FF2-4B25-3274E0A5E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A6C7B-FBDC-187C-17B8-337B7E276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9C9E-F28B-4170-9D1A-332541670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712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1B327-2110-C1B4-FC78-DF4ABFF2B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2C307F-139B-A65B-D619-F6508A526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E21A9-C151-2A08-8D19-87F6B87C0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16172-6009-4346-818F-214757644A6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E578B-E716-FBA9-792C-FBDAC61E7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EC147-137D-70D6-93EE-6083477DF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9C9E-F28B-4170-9D1A-332541670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91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F10946-8355-9140-524D-A12845D6F8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651C2F-027B-9F89-F24A-B3B808473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1FD8E-8B44-A47B-C579-1276E0F52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16172-6009-4346-818F-214757644A6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E95F6-4579-F380-F5BB-208D4DC24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CBD0C-6F12-A1E4-B27A-7C559E073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89C9E-F28B-4170-9D1A-332541670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794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DF1679-61CC-C8FA-20ED-AD3832E3F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717A9-4E17-5BE8-E707-2DADABDF8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7397F-F29B-AEE1-A291-3A5976DD46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916172-6009-4346-818F-214757644A6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5DC28-E3E2-1F52-5686-2D4AB01CE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5EA07-6F78-D051-93CF-66FFFF71A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89C9E-F28B-4170-9D1A-332541670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430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3905D-4D14-12A6-C288-F96BB0F1FD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73C501-A098-1FCB-EC32-161AAFCBE0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41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31CAD-0F50-CE0E-2A27-FFEFE4342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61B8A1-1450-41CA-32A6-C4FE56C7F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40" y="-1"/>
            <a:ext cx="5660160" cy="691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29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A6EFC-B547-3D42-3E98-6E6F691CC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Deterministic guards – PII and secrets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887AC-C442-3DB6-5482-53D00310C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000"/>
              <a:t>Flexible validators, rules as data</a:t>
            </a:r>
          </a:p>
          <a:p>
            <a:pPr>
              <a:buFontTx/>
              <a:buChar char="-"/>
            </a:pPr>
            <a:r>
              <a:rPr lang="en-US" sz="2000"/>
              <a:t>Hot reload - no rebuild needed</a:t>
            </a:r>
          </a:p>
          <a:p>
            <a:pPr>
              <a:buFontTx/>
              <a:buChar char="-"/>
            </a:pPr>
            <a:r>
              <a:rPr lang="en-GB" sz="2000"/>
              <a:t>Battle-tested rule packs, our engine - 222 Gitleaks rules </a:t>
            </a:r>
            <a:br>
              <a:rPr lang="en-GB" sz="2000"/>
            </a:br>
            <a:r>
              <a:rPr lang="en-GB" sz="2000"/>
              <a:t>+ 8 Presidio recognizers</a:t>
            </a:r>
          </a:p>
          <a:p>
            <a:pPr>
              <a:buFontTx/>
              <a:buChar char="-"/>
            </a:pPr>
            <a:r>
              <a:rPr lang="en-US" sz="2000"/>
              <a:t>Execution time &lt;1ms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B86507-A8FE-BAA5-A0B3-0E6DCA6A9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114" y="3860800"/>
            <a:ext cx="8813081" cy="28868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CC0CDB-485A-E2A6-431C-013F52DF0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539" y="1415615"/>
            <a:ext cx="2778656" cy="158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57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6D7D6A-7D3A-9E14-6020-0DF2AA7FB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Audit Log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623B0F-7103-4D57-085E-8BD92F83DDFC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Detailed info about each request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X-Ray for filter chain visualization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Timing details, filter vs model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783005-DE7D-12A5-678D-17ABD8F1B7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323366"/>
            <a:ext cx="6903720" cy="421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417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2CD05-6C35-8D4D-6DF2-20A12CD42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Playground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73722-36DE-6B57-7227-A31C32CE3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200"/>
              <a:t>Playground UI for prompt analysis</a:t>
            </a:r>
          </a:p>
          <a:p>
            <a:pPr>
              <a:buFontTx/>
              <a:buChar char="-"/>
            </a:pPr>
            <a:r>
              <a:rPr lang="en-US" sz="2200"/>
              <a:t>X-Ray for filtering</a:t>
            </a:r>
          </a:p>
          <a:p>
            <a:pPr>
              <a:buFontTx/>
              <a:buChar char="-"/>
            </a:pPr>
            <a:r>
              <a:rPr lang="en-US" sz="2200"/>
              <a:t>Performance details</a:t>
            </a:r>
          </a:p>
          <a:p>
            <a:pPr>
              <a:buFontTx/>
              <a:buChar char="-"/>
            </a:pPr>
            <a:r>
              <a:rPr lang="en-US" sz="2200"/>
              <a:t>Built-in prompt templates for different violations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C4F2BE-4B03-D19C-87F1-E593400751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43" r="24230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30889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06c1e48-e342-47e9-ab5d-0dd9ff89bd96}" enabled="0" method="" siteId="{006c1e48-e342-47e9-ab5d-0dd9ff89bd9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73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Architecture</vt:lpstr>
      <vt:lpstr>Deterministic guards – PII and secrets</vt:lpstr>
      <vt:lpstr>Audit Log</vt:lpstr>
      <vt:lpstr>Playground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Kozik</dc:creator>
  <cp:lastModifiedBy>Jakub Kozik</cp:lastModifiedBy>
  <cp:revision>1</cp:revision>
  <dcterms:created xsi:type="dcterms:W3CDTF">2026-10-04T02:06:22Z</dcterms:created>
  <dcterms:modified xsi:type="dcterms:W3CDTF">2026-10-04T02:46:26Z</dcterms:modified>
</cp:coreProperties>
</file>